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554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FinAgent Pro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智能投顾系统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LLM 与多智能体协作的自主型金融“数字员工”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474720"/>
            <a:ext cx="3200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AFAC2026 金融智能创新大赛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方向四：Frontier Technology — Agentic AI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FinAgent Pro Team  |  2026.06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4864" cy="2377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投研效率低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传统投研需人工采集数据、分析指标、评估风险，单次分析耗时数小时，且难以全面覆盖多维度信息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37160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371600"/>
            <a:ext cx="54864" cy="23774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00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决策单一化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单一模型或单一分析师难以同时兼顾技术面、情绪面、风险面和组合配置，决策视角有限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37160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371600"/>
            <a:ext cx="54864" cy="23774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002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透明度不足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9224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传统量化模型“黑箱”输出，用户无法理解决策过程，难以建立信任，无法实现可追溯的投资建议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069080"/>
            <a:ext cx="8046720" cy="777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22960" y="41148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我们的愿景：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构建能自主规划、多维协作、可追溯决策的 AI 投顾“数字员工”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Intelligent Investment Advisory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市场分析师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AKShare 数据采集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MA5/20/60 均线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/ RSI / KDJ 指标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14600" y="137160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002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Scanner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0604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情绪扫描器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97480" y="27889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资金流向分析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情绪量化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多维恐贪指数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6344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137160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002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5488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风险经理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846320" y="27889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CVaR 计算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协方差矩阵风控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81228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12280" y="137160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60020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0372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Advisor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90372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组合顾问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995160" y="27889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资产配置方案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权重优化算法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一键生成投顾报告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4544568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383280" y="44988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 — 编排协调器：任务规划 · 容错降级 · 知识库注入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Architecture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73152" cy="7315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前端展现层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0" y="1234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Ant Design 5 + ECharts 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0" y="1947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8046720" cy="7315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14884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网关层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2148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Nginx 反代 + WebSocket 实时推送 + JWT Auth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114800" y="2862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3063240"/>
            <a:ext cx="8046720" cy="7315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063240"/>
            <a:ext cx="73152" cy="7315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多智能体协作层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657600" y="3063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+ 4 Agents + LangChain + RAG (ChromaDB)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114800" y="3776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3977640"/>
            <a:ext cx="73152" cy="7315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14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数据与基础设施层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365760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Redis 7 + AKShare + Docker Compose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 ① 多智能体链式协作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Chain Collaboration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0120" y="13716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AKShare 实时行情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技术指标计算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13716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情绪感知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资金流 + RSI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多维恐贪指数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49240" y="13716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风险评估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CVaR / Sharpe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协方差矩阵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43800" y="13716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组合配置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资产分配方案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一键投顾报告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3756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20440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012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间真实数据传递，非简单并行调用</a:t>
            </a:r>
            <a:endParaRPr lang="en-US" sz="11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228600" cy="2286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60120" y="3995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统一规划任务、容错降级、60s 超时 + 3 次重试</a:t>
            </a:r>
            <a:endParaRPr lang="en-US" sz="11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520440"/>
            <a:ext cx="228600" cy="2286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07492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主备自动切换：DeepSeek 主 + 智谱 GLM 备</a:t>
            </a:r>
            <a:endParaRPr lang="en-US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023360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74920" y="3995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知识库注入：ChromaDB 语义检索增强每个 Agent 的专业知识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 ② 实时推送与决策追溯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Streaming + DAG Traceability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3383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实时推送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思考过程流式展示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工具调用实时反馈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状态同步更新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心跳检测 + 断线自动重连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指数退避重连策略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80160"/>
            <a:ext cx="54864" cy="3383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决策追溯图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 可视化 Agent 依赖图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实时标记当前执行节点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每步决策理由可追溯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工作台展示 Agent 执行状态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一键导出完整分析报告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 ③ 全栈工程质量体系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 Quality Assurance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3383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工程化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阶段 GitHub Actions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816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多阶段构建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3255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自动推送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694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代码质量门禁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14600" y="1234440"/>
            <a:ext cx="2011680" cy="3383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123444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6304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纵深安全防御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9748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策略净化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697480" y="2816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分布式限流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697480" y="3255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异常信息脱敏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97480" y="3694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关闭帧防护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09160" y="1234440"/>
            <a:ext cx="2011680" cy="3383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09160" y="123444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46304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006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全面测试覆盖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89204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个测试模块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92040" y="2816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46KB 测试代码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892040" y="3255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安全边界测试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92040" y="3694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Codecov 覆盖上报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903720" y="1234440"/>
            <a:ext cx="2011680" cy="3383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903720" y="123444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46304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951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前端类型安全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08660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处 any 类型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086600" y="2816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 types.ts 体系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086600" y="3255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无障碍属性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086600" y="3694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严格模式编译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安全加固深度剖析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Security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分布式滑动窗口限流策略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3444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限流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窗口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次/min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/api/orchestrate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次/min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次/min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/ws/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次/min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128016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0" y="128016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安全能力矩阵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92024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环境变量动态注入，防止跨域攻击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35915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23134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生产环境异常脱敏，隐藏内部细节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79806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77840" y="27523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Sorted Set 原子操作，多 Worker 共享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236976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77840" y="31912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不可用时自动降级到内存限流器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675888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577840" y="3630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关闭帧 1013 + 纯 ASGI 中间件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411480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577840" y="4069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非 root 用户 + x-request-id 追踪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优化成果量化对比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Optimization Metrics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25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325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测试模块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类型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128016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325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12280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通过率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优化前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优化后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流水线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3-job 自动化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后端测试文件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限流覆盖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端点组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 any 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 无障碍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处关键组件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技术栈与部署架构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Deployment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技术选型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版本与说明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Uvicorn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v0.115 / 2 workers / ASGI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智能体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+ CrewAI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主 + 智谱 GLM 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TypeScript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 Design 5 + ECharts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+ Redis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 2.0 async / asyncpg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语义检索增强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(4 服务)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反代 / GHCR 镜像 / 健康检查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52044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52044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886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python:3.10-slim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 root finagent 用户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Uvicorn workers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内存限制 2G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14600" y="352044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352044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51760" y="3886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node:20 编译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Alpine 运行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多阶段构建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内存限制 256M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352044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352044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00600" y="3886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缓存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健康检查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12280" y="352044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12280" y="352044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3886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→ test → build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Codecov 覆盖率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自动推送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竞争优势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FinAgent Pro Stands Out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10515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真实多智能体协作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间真实数据传递，非简单并行调用。Orchestrator 统一规划任务，实现链式决策闭环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34440"/>
            <a:ext cx="54864" cy="10515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自主智能体闭环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感知（数据采集）→ 推理（LLM 分析）→ 行动（综合建议），全流程自主执行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24688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46888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432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实时透明化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9728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流式推送 Agent 思考过程，DAG 图可视化决策路径，完全可追溯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24688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46888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7432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国产自主可控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全链路国产网络运行，DeepSeek + 智谱 GLM 双模型，零海外 API 依赖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65760" y="37033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5760" y="370332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776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生产级工程质量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09728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全自动化、纵深安全防御、全面测试覆盖、零 any 类型安全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54880" y="37033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3703320"/>
            <a:ext cx="54864" cy="10515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97764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8640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零成本开源架构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48640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全栈开源技术、Docker 一键部署、无付费 API、可快速复制和扩展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落地案例与演示效果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Tencent Holdings (0700.HK)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9260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分析标的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腾讯控股 (0700.HK)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港股主板 · 科技板块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分析日期: 2026-06-12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60日历史数据回测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651760" cy="29260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8016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四步 Agent 链式分析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数据采集 + MA/MACD/RSI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资金流向 + 多维恐贪指数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VaR=-2.3%  CVaR=-3.8%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综合建议: 谨慎看多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651760" cy="29260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28016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仓位建议: 30%腾讯 25%阿里…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 1.35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全链路耗时: ≈45秒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决策图完全可追溯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端到端全自动: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从用户输入股票代码到输出完整投资建议，全程约45秒，传统人工分析需数小时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商业可行性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Market Opportunity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目标市场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港股市场年交易额超30万亿港币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个人投资者超200万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智能投顾渗透率不足15%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市场空间巨大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8016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18745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基础功能免费 + 专业版订阅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SaaS月费模式 (HK$99-499/月)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机构API授权服务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持牌投顾增值服务分成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8016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竞争优势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全栈开源 · 零付费API依赖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国产LLM · 自主可控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多Agent协作差异化明显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Docker一键部署低成本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128016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28016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可推广性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8745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架构通用 · 可拓展A股/美股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多语言支持能力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合规框架适配设计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白标定制合作模式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团队介绍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Members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陈一鸣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项目负责人 / 架构师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880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系统架构设计与后端开发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多Agent协作引擎核心实现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CrewAI 集成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流水线搭建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02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林子轩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7472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前端工程师 / UI设计师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66160" y="2880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全栈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 数据可视化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实时交互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无障碍体系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0020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王思远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093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金融工程师 / 数据分析师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00800" y="2880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金融数据模型与指标算法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AKShare 数据采集体系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VaR/CVaR 风控模型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港股市场分析策略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4526280"/>
            <a:ext cx="8046720" cy="5486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822960" y="4544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Python/TS 全栈  ·  LLM 应用开发  ·  金融量化分析  ·  DevOps 工程化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未来规划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Scalability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2025 H2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 MVP 核心功能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港股市场深度覆盖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43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增加更多金融指标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社区反馈快速迭代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 A 股 / 东南亚市场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404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引入回测验证引擎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843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多语言国际化支持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商业化运营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2027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机构版 API 开放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404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水平扩展部署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843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合规审计与牌照对接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生态合作伙伴体系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6576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服务容器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416052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6032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56032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端到端分析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16052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75488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通过率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416052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4944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4944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海外API依赖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&amp; Q&amp;A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FinAgent Pro — 多 Agent 智能投顾系统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AFAC2026 金融智能创新大赛 · 方向四 Agentic AI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FinAgent Pro Team  |  2026.06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FinAgent Pro - AFAC2026 Competition Defense</dc:title>
  <dc:subject>PptxGenJS Presentation</dc:subject>
  <dc:creator>FinAgent Pro Team</dc:creator>
  <cp:lastModifiedBy>FinAgent Pro Team</cp:lastModifiedBy>
  <cp:revision>1</cp:revision>
  <dcterms:created xsi:type="dcterms:W3CDTF">2026-06-14T23:20:14Z</dcterms:created>
  <dcterms:modified xsi:type="dcterms:W3CDTF">2026-06-14T23:20:14Z</dcterms:modified>
</cp:coreProperties>
</file>